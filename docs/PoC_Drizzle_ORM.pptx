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PoC de Drizzle ORM: qué es, cómo se define el esquema, cómo se consulta y cuándo conviene usarlo.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C5F74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CONCEPTO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ORM ligero, type-safe y cercano a SQL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TypeScript + Node.js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280160" cy="0"/>
          </a:xfrm>
          <a:prstGeom prst="line">
            <a:avLst/>
          </a:prstGeom>
          <a:noFill/>
          <a:ln w="38100">
            <a:solidFill>
              <a:srgbClr val="C5F7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ORMs y Query Builders  ·  PostgreSQL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554480"/>
            <a:ext cx="4663440" cy="3657600"/>
          </a:xfrm>
          <a:prstGeom prst="roundRect">
            <a:avLst>
              <a:gd name="adj" fmla="val 2000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14032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14032" y="2084832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users = pgTable(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'users', 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serial('id')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.primaryKey(),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text('name')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.notNull(),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text('email')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.unique(),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349240" cy="3154680"/>
          </a:xfrm>
          <a:prstGeom prst="roundRect">
            <a:avLst>
              <a:gd name="adj" fmla="val 2319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011680"/>
            <a:ext cx="384048" cy="384048"/>
          </a:xfrm>
          <a:prstGeom prst="ellipse">
            <a:avLst/>
          </a:prstGeom>
          <a:solidFill>
            <a:srgbClr val="F9808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2560320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8408" y="2944368"/>
            <a:ext cx="4764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ORM tradicionales del ecosistema imponen abstracciones complejas que ocultan el funcionamiento interno de SQL.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introduce problemas de rendimiento en arquitecturas serverless y genera una brecha entre las consultas de la aplicación y el motor de base de datos.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120640" cy="3154680"/>
          </a:xfrm>
          <a:prstGeom prst="roundRect">
            <a:avLst>
              <a:gd name="adj" fmla="val 2319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47688" y="2011680"/>
            <a:ext cx="384048" cy="384048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1" name="Text 9"/>
          <p:cNvSpPr/>
          <p:nvPr/>
        </p:nvSpPr>
        <p:spPr>
          <a:xfrm>
            <a:off x="66476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47688" y="256032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de la PoC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944368"/>
            <a:ext cx="4535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Drizzle ORM y su propuesta de valor: un ORM ligero, rápido y con tipado estricto que abraza la sintaxis de SQL puro.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analiza cada pieza de la herramienta con ejemplos sobre PostgreSQL.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DEL INFORME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5532120"/>
            <a:ext cx="1691640" cy="502920"/>
          </a:xfrm>
          <a:prstGeom prst="roundRect">
            <a:avLst>
              <a:gd name="adj" fmla="val 2727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532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505456" y="5532120"/>
            <a:ext cx="1691640" cy="502920"/>
          </a:xfrm>
          <a:prstGeom prst="roundRect">
            <a:avLst>
              <a:gd name="adj" fmla="val 2727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5456" y="5532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25112" y="5532120"/>
            <a:ext cx="1691640" cy="502920"/>
          </a:xfrm>
          <a:prstGeom prst="roundRect">
            <a:avLst>
              <a:gd name="adj" fmla="val 2727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5532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44768" y="5532120"/>
            <a:ext cx="1691640" cy="502920"/>
          </a:xfrm>
          <a:prstGeom prst="roundRect">
            <a:avLst>
              <a:gd name="adj" fmla="val 2727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5532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64424" y="5532120"/>
            <a:ext cx="1691640" cy="502920"/>
          </a:xfrm>
          <a:prstGeom prst="roundRect">
            <a:avLst>
              <a:gd name="adj" fmla="val 2727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4424" y="5532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84080" y="5532120"/>
            <a:ext cx="1691640" cy="502920"/>
          </a:xfrm>
          <a:prstGeom prst="roundRect">
            <a:avLst>
              <a:gd name="adj" fmla="val 2727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5532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ESQUEMA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 de tablas con pgTable()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representa una tabla real de la base de datos PostgreSQL.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Drizzle se define mediante código TypeScript usando pgTable().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vive en el repositorio: se versiona, se revisa y se tipa.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DSL propio ni archivos de configuración externos al lenguaje.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29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es la única fuente de verdad: de él se derivan los tipos y las migraciones.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1072" y="19019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SRC/DB/SCHEMA.TS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91072" y="2267712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pgTable, serial, text }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'drizzle-orm/pg-core';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users = pgTable('users', 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serial('id').primaryKey(),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text('name').notNull(),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text('email').unique(),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 estricto e inferencia de tipos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29968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 estricto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78408" y="2414016"/>
            <a:ext cx="47640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controla que los datos usados en el programa sean compatibles con los tipos definidos, detectando errores durante el desarrollo y no en ejecución.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7688" y="2029968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 de tipos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47688" y="2414016"/>
            <a:ext cx="45354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deriva automáticamente los tipos a partir del esquema. No hace falta declarar manualmente una interfaz por cada tabla.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114800"/>
            <a:ext cx="10789920" cy="1737360"/>
          </a:xfrm>
          <a:prstGeom prst="roundRect">
            <a:avLst>
              <a:gd name="adj" fmla="val 4211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427939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DERIVADOS DEL ESQUEMA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464515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User    = typeof users.$inferSelect;   // { id: number; name: string; email: string | null }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NewUser = typeof users.$inferInsert;   // id opcional: lo genera la base de datos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y Foreign Keys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que referencia la clave primaria de otra tabla. Establece la relación y mantiene la integridad referencial.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3630168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One-to-many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8408" y="401421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se relaciona con muchos de otra tabla, y cada uno de esos pertenece a un único registro de la primera.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7548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5047488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54315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ambas tablas pueden relacionarse con muchos registros de la otra, mediante una tabla intermedia.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1901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+ RELATIONS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1112" y="2267712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posts = pgTable(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'posts', 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serial('id').primaryKey(),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text('title').notNull(),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authorId: integer('author_id')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.references(() =&gt; users.id),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usersRelations =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relations(users, ({ many }) =&gt; ({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posts: many(posts),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· 1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SQL-like API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forma principal de construir consultas. Mantiene una sintaxis muy cercana a SQL y valida tablas, columnas y tipos en tiempo de compilación.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633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299923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db.select()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.from(users)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.where(eq(users.id, 1));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3063240"/>
            <a:ext cx="594360" cy="594360"/>
          </a:xfrm>
          <a:prstGeom prst="chevron">
            <a:avLst/>
          </a:prstGeom>
          <a:solidFill>
            <a:srgbClr val="C5F74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2468880"/>
            <a:ext cx="4617720" cy="1828800"/>
          </a:xfrm>
          <a:prstGeom prst="roundRect">
            <a:avLst>
              <a:gd name="adj" fmla="val 4000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26334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4032" y="299923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1;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54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F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Correspondencia clara entre el código y la sentencia que ejecuta el motor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51206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otros ORM que abstraen completamente SQL, Drizzle conserva una estructura familiar para quien ya sabe bases de datos relacionales, sin perder control sobre la consulta generada.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· 2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Queries API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669280" cy="1965960"/>
          </a:xfrm>
          <a:prstGeom prst="roundRect">
            <a:avLst>
              <a:gd name="adj" fmla="val 3721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901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1832" y="2267712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db.query.users.findMany({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with: { posts: true },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931920"/>
            <a:ext cx="5669280" cy="1965960"/>
          </a:xfrm>
          <a:prstGeom prst="roundRect">
            <a:avLst>
              <a:gd name="adj" fmla="val 3721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40965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EQUIVALENTE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4462272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posts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posts.author_id = users.id;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1783080"/>
            <a:ext cx="384048" cy="384048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96912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JOINs manuales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96912" y="21214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relaciones están declaradas en el esquema, Drizzle construye el SQL necesario automáticamente.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3246120"/>
            <a:ext cx="384048" cy="384048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96912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reemplaza a SQL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296912" y="358444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automatiza la construcción de consultas complejas a partir de las relaciones ya definidas.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0840" y="4709160"/>
            <a:ext cx="384048" cy="384048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96912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código, más legible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296912" y="50474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cantidad de instrucciones necesarias para acceder a información relacionada.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consulta se prepara una única vez y luego se reutiliza cambiando solo los parámetros de entrada. La estructura permanece constante.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6035040" cy="3429000"/>
          </a:xfrm>
          <a:prstGeom prst="roundRect">
            <a:avLst>
              <a:gd name="adj" fmla="val 213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5877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EJECUCIÓN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2953512"/>
            <a:ext cx="5577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getUserById = db.select()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.from(users)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.where(eq(users.id,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sql.placeholder('id')))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.prepare('get_user_by_id');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getUserById.execute({ id: 1 });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getUserById.execute({ id: 7 });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86600" y="242316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6791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5F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evita reanalizar la consulta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60920" y="30632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repite el análisis sintáctico ni la generación del plan de ejecución.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420624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44622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en cargas repetitivas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60920" y="4846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REST, aplicaciones web con alto volumen de solicitudes y entornos serverless.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Migraciones en tres fases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ORM que usan un DSL propio, Drizzle define la estructura directamente en TypeScript y la traslada a la base de forma segura y trazable.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 del esquema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9319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31596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definen tablas y campos con código TypeScript fuertemente tipado.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42232" y="3886200"/>
            <a:ext cx="219456" cy="457200"/>
          </a:xfrm>
          <a:prstGeom prst="chevron">
            <a:avLst/>
          </a:prstGeom>
          <a:solidFill>
            <a:srgbClr val="C5F74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0832" y="24231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2697480"/>
            <a:ext cx="457200" cy="45720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5152" y="3291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del DDL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45152" y="39319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drizzle-kit generate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431596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estado actual con la versión anterior y genera un archivo SQL puro en ./drizzle/. Permite auditar las sentencias antes de tocar la base.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27264" y="3886200"/>
            <a:ext cx="219456" cy="457200"/>
          </a:xfrm>
          <a:prstGeom prst="chevron">
            <a:avLst/>
          </a:prstGeom>
          <a:solidFill>
            <a:srgbClr val="C5F7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055864" y="24231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2697480"/>
            <a:ext cx="457200" cy="45720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21" name="Text 19"/>
          <p:cNvSpPr/>
          <p:nvPr/>
        </p:nvSpPr>
        <p:spPr>
          <a:xfrm>
            <a:off x="8330184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0184" y="3291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cambios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0184" y="39319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drizzle-kit migrate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30184" y="431596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los archivos SQL pendientes en el motor destino, creando las tablas sin pérdida ni alteración no deseada de los datos existentes.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Studio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8932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201168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519672" y="201168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6775704" y="201168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1947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drizzle studio · localhost:4983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395728"/>
            <a:ext cx="4937760" cy="384048"/>
          </a:xfrm>
          <a:prstGeom prst="rect">
            <a:avLst/>
          </a:prstGeom>
          <a:solidFill>
            <a:srgbClr val="212C3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3957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F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name           email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2816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Lucía          lucia@mail.com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218688"/>
            <a:ext cx="4937760" cy="402336"/>
          </a:xfrm>
          <a:prstGeom prst="rect">
            <a:avLst/>
          </a:prstGeom>
          <a:solidFill>
            <a:srgbClr val="212C3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21868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Martín         martin@mail.com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362102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Sofía          sofia@mail.com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023360"/>
            <a:ext cx="4937760" cy="402336"/>
          </a:xfrm>
          <a:prstGeom prst="rect">
            <a:avLst/>
          </a:prstGeom>
          <a:solidFill>
            <a:srgbClr val="212C3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402336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 Tomás          tomas@mail.com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42569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 Camila         camila@mail.com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4828032"/>
            <a:ext cx="4937760" cy="402336"/>
          </a:xfrm>
          <a:prstGeom prst="rect">
            <a:avLst/>
          </a:prstGeom>
          <a:solidFill>
            <a:srgbClr val="212C3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82803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   Julián         julian@mail.com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1783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gráfica que complementa el flujo de trabajo y se ejecuta localmente desde la terminal.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85800" y="265176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drizzle-kit studio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3694176"/>
            <a:ext cx="256032" cy="256032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6393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Examinar — Recorrer los registros de la base con una interfaz tipo tabla.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4443984"/>
            <a:ext cx="256032" cy="256032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38912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y editar — Buscar y modificar filas directamente desde el navegador.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193792"/>
            <a:ext cx="256032" cy="256032"/>
          </a:xfrm>
          <a:prstGeom prst="ellipse">
            <a:avLst/>
          </a:prstGeom>
          <a:solidFill>
            <a:srgbClr val="6E817B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1389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— No permite crear tablas: solo interactuar con las existentes.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procesar un pago o actualizar varios registros a la vez, no se puede permitir que la primera parte se guarde si la segunda falla.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6035040" cy="3429000"/>
          </a:xfrm>
          <a:prstGeom prst="roundRect">
            <a:avLst>
              <a:gd name="adj" fmla="val 2133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5877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DB.TRANSACTION()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2953512"/>
            <a:ext cx="5577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db.transaction(async (tx) =&gt; 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tx.update(accounts)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.set({ balance: sql`balance - 100` })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.where(eq(accounts.id, 1));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tx.update(accounts)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.set({ balance: sql`balance + 100` })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.where(eq(accounts.id, 2));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86600" y="242316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6426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5F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automático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60920" y="302666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cualquier operación falla dentro del bloque, Drizzle revierte todo: la base nunca queda en un estado inconsistente.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420624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44256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directa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60920" y="480974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con la base sin intermediarios, lo que lo hace más rápido y evita cierres inesperados por tiempo.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· 1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casos conviene usar Drizzle?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020824"/>
            <a:ext cx="274320" cy="27432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44168" y="18379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trabaja principalmente con TypeScript y Node.js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889504"/>
            <a:ext cx="274320" cy="27432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270662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desarrolladores poseen conocimientos de SQL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758184"/>
            <a:ext cx="274320" cy="27432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44168" y="35753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una relación cercana entre el código y las consultas SQL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38912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4626864"/>
            <a:ext cx="274320" cy="27432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44168" y="444398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 sistema de tipos integrado con la definición del esquema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78308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1112" y="2020824"/>
            <a:ext cx="274320" cy="27432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13448" y="18379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controlar de forma explícita las consultas a la base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65176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11112" y="2889504"/>
            <a:ext cx="274320" cy="27432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13448" y="270662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utilizan consultas parametrizadas de manera frecuente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55080" y="352044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11112" y="3758184"/>
            <a:ext cx="274320" cy="274320"/>
          </a:xfrm>
          <a:prstGeom prst="ellipse">
            <a:avLst/>
          </a:prstGeom>
          <a:solidFill>
            <a:srgbClr val="C5F74F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13448" y="35753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quieren migraciones en SQL, revisables y versionadas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43891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526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ideal: equipos que ya piensan en SQL y quieren tipos, no una capa que los aleje del motor.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· 2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puede no ser la mejor alternativa?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020824"/>
            <a:ext cx="274320" cy="274320"/>
          </a:xfrm>
          <a:prstGeom prst="ellipse">
            <a:avLst/>
          </a:prstGeom>
          <a:solidFill>
            <a:srgbClr val="F9808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44168" y="18379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busca una abstracción elevada sobre 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889504"/>
            <a:ext cx="274320" cy="274320"/>
          </a:xfrm>
          <a:prstGeom prst="ellipse">
            <a:avLst/>
          </a:prstGeom>
          <a:solidFill>
            <a:srgbClr val="F98080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270662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está fuertemente basado en entidades y su ciclo de vida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758184"/>
            <a:ext cx="274320" cy="274320"/>
          </a:xfrm>
          <a:prstGeom prst="ellipse">
            <a:avLst/>
          </a:prstGeom>
          <a:solidFill>
            <a:srgbClr val="F98080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44168" y="35753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una arquitectura con Unit of Work e Identity Map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11112" y="2020824"/>
            <a:ext cx="274320" cy="274320"/>
          </a:xfrm>
          <a:prstGeom prst="ellipse">
            <a:avLst/>
          </a:prstGeom>
          <a:solidFill>
            <a:srgbClr val="F98080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13448" y="18379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desarrolladores tienen poca experiencia con bases relacionales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265176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1112" y="2889504"/>
            <a:ext cx="274320" cy="274320"/>
          </a:xfrm>
          <a:prstGeom prst="ellipse">
            <a:avLst/>
          </a:prstGeom>
          <a:solidFill>
            <a:srgbClr val="F98080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13448" y="270662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necesidades se adaptan mejor a un ORM orientado a entidades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3520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A2328"/>
          </a:solidFill>
          <a:ln w="12700">
            <a:solidFill>
              <a:srgbClr val="212C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70332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i="1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no debería basarse únicamente en que sea una herramienta ligera o cercana a SQL: depende de las necesidades del proyecto y de las prioridades del equipo.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4937760" cy="4937760"/>
          </a:xfrm>
          <a:prstGeom prst="ellipse">
            <a:avLst/>
          </a:prstGeom>
          <a:solidFill>
            <a:srgbClr val="C5F74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F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no oculta SQL: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2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hace type-safe.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en TypeScript, consultas explícitas, migraciones en SQL puro y tipos derivados automáticamente. Su conveniencia depende del proyecto y del equipo.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257800"/>
            <a:ext cx="1280160" cy="0"/>
          </a:xfrm>
          <a:prstGeom prst="line">
            <a:avLst/>
          </a:prstGeom>
          <a:noFill/>
          <a:ln w="38100">
            <a:solidFill>
              <a:srgbClr val="C5F74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Drizzle ORM</dc:title>
  <dc:subject>PptxGenJS Presentation</dc:subject>
  <dc:creator>Claude</dc:creator>
  <cp:lastModifiedBy>Claude</cp:lastModifiedBy>
  <cp:revision>1</cp:revision>
  <dcterms:created xsi:type="dcterms:W3CDTF">2026-08-11T13:06:30Z</dcterms:created>
  <dcterms:modified xsi:type="dcterms:W3CDTF">2026-08-11T13:06:30Z</dcterms:modified>
</cp:coreProperties>
</file>